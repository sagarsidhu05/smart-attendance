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913045-0A61-4BA3-9D63-0A1AE8F76E1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1B53A0-AA62-462E-9599-2D4507F6CB5A}">
      <dgm:prSet phldrT="[Text]"/>
      <dgm:spPr/>
      <dgm:t>
        <a:bodyPr/>
        <a:lstStyle/>
        <a:p>
          <a:r>
            <a:rPr lang="en-IN" dirty="0"/>
            <a:t>🎥 Camera</a:t>
          </a:r>
        </a:p>
        <a:p>
          <a:r>
            <a:rPr lang="en-IN" dirty="0"/>
            <a:t>   Input</a:t>
          </a:r>
        </a:p>
      </dgm:t>
    </dgm:pt>
    <dgm:pt modelId="{15AFC2D3-6FA2-48C5-8C5F-1BC43809A6D5}" type="parTrans" cxnId="{2F0323E2-E1FC-4C31-BBAB-A63A04BF6AB4}">
      <dgm:prSet/>
      <dgm:spPr/>
      <dgm:t>
        <a:bodyPr/>
        <a:lstStyle/>
        <a:p>
          <a:endParaRPr lang="en-IN"/>
        </a:p>
      </dgm:t>
    </dgm:pt>
    <dgm:pt modelId="{08AFC610-A80A-48C1-BEE8-6C6F13134702}" type="sibTrans" cxnId="{2F0323E2-E1FC-4C31-BBAB-A63A04BF6AB4}">
      <dgm:prSet/>
      <dgm:spPr/>
      <dgm:t>
        <a:bodyPr/>
        <a:lstStyle/>
        <a:p>
          <a:endParaRPr lang="en-IN"/>
        </a:p>
      </dgm:t>
    </dgm:pt>
    <dgm:pt modelId="{B12711BA-9D18-4F63-87D2-1719D91E75E9}">
      <dgm:prSet phldrT="[Text]"/>
      <dgm:spPr/>
      <dgm:t>
        <a:bodyPr/>
        <a:lstStyle/>
        <a:p>
          <a:r>
            <a:rPr lang="en-IN" dirty="0"/>
            <a:t>🤖 AI Face</a:t>
          </a:r>
        </a:p>
        <a:p>
          <a:r>
            <a:rPr lang="en-IN" dirty="0"/>
            <a:t>Recognition</a:t>
          </a:r>
        </a:p>
      </dgm:t>
    </dgm:pt>
    <dgm:pt modelId="{A8E8358D-D974-455A-8002-8F81F1935B17}" type="parTrans" cxnId="{2C82AB30-DA23-4F9A-B636-9D9B98113CC9}">
      <dgm:prSet/>
      <dgm:spPr/>
      <dgm:t>
        <a:bodyPr/>
        <a:lstStyle/>
        <a:p>
          <a:endParaRPr lang="en-IN"/>
        </a:p>
      </dgm:t>
    </dgm:pt>
    <dgm:pt modelId="{5FC5396D-F857-4B11-A673-89D20311FED9}" type="sibTrans" cxnId="{2C82AB30-DA23-4F9A-B636-9D9B98113CC9}">
      <dgm:prSet/>
      <dgm:spPr/>
      <dgm:t>
        <a:bodyPr/>
        <a:lstStyle/>
        <a:p>
          <a:endParaRPr lang="en-IN"/>
        </a:p>
      </dgm:t>
    </dgm:pt>
    <dgm:pt modelId="{3272C3A5-61D5-4E8A-8C10-D98ACD29FFED}">
      <dgm:prSet phldrT="[Text]"/>
      <dgm:spPr/>
      <dgm:t>
        <a:bodyPr/>
        <a:lstStyle/>
        <a:p>
          <a:r>
            <a:rPr lang="en-IN" dirty="0"/>
            <a:t>⏰ Timetable</a:t>
          </a:r>
        </a:p>
        <a:p>
          <a:r>
            <a:rPr lang="en-IN" dirty="0"/>
            <a:t>Validation</a:t>
          </a:r>
        </a:p>
      </dgm:t>
    </dgm:pt>
    <dgm:pt modelId="{E378DB93-4A94-4D98-A51E-14BFDFF85094}" type="parTrans" cxnId="{963D0EAC-BC25-4353-BC1A-C69A32F3D6CB}">
      <dgm:prSet/>
      <dgm:spPr/>
      <dgm:t>
        <a:bodyPr/>
        <a:lstStyle/>
        <a:p>
          <a:endParaRPr lang="en-IN"/>
        </a:p>
      </dgm:t>
    </dgm:pt>
    <dgm:pt modelId="{092472BE-FA27-4F32-96F1-DFC2CA12E183}" type="sibTrans" cxnId="{963D0EAC-BC25-4353-BC1A-C69A32F3D6CB}">
      <dgm:prSet/>
      <dgm:spPr/>
      <dgm:t>
        <a:bodyPr/>
        <a:lstStyle/>
        <a:p>
          <a:endParaRPr lang="en-IN"/>
        </a:p>
      </dgm:t>
    </dgm:pt>
    <dgm:pt modelId="{9AA17EDC-CE5A-4F5B-9A66-EC70318AC41B}">
      <dgm:prSet phldrT="[Text]"/>
      <dgm:spPr/>
      <dgm:t>
        <a:bodyPr/>
        <a:lstStyle/>
        <a:p>
          <a:r>
            <a:rPr lang="en-IN" dirty="0"/>
            <a:t>💾 Database</a:t>
          </a:r>
        </a:p>
        <a:p>
          <a:r>
            <a:rPr lang="en-IN" dirty="0"/>
            <a:t>Storage</a:t>
          </a:r>
        </a:p>
      </dgm:t>
    </dgm:pt>
    <dgm:pt modelId="{D7A9635C-F829-4CE3-AD8E-53D4F851BA75}" type="parTrans" cxnId="{12ED2C79-2F90-45BE-8A92-0A147F5AEC7C}">
      <dgm:prSet/>
      <dgm:spPr/>
      <dgm:t>
        <a:bodyPr/>
        <a:lstStyle/>
        <a:p>
          <a:endParaRPr lang="en-IN"/>
        </a:p>
      </dgm:t>
    </dgm:pt>
    <dgm:pt modelId="{5EB175E6-536F-40ED-AE00-795D438F0CE9}" type="sibTrans" cxnId="{12ED2C79-2F90-45BE-8A92-0A147F5AEC7C}">
      <dgm:prSet/>
      <dgm:spPr/>
      <dgm:t>
        <a:bodyPr/>
        <a:lstStyle/>
        <a:p>
          <a:endParaRPr lang="en-IN"/>
        </a:p>
      </dgm:t>
    </dgm:pt>
    <dgm:pt modelId="{AED2F561-D9C1-474C-BF62-B44DDA6788FC}">
      <dgm:prSet phldrT="[Text]"/>
      <dgm:spPr/>
      <dgm:t>
        <a:bodyPr/>
        <a:lstStyle/>
        <a:p>
          <a:r>
            <a:rPr lang="en-IN" dirty="0"/>
            <a:t>📊 Dashboard</a:t>
          </a:r>
        </a:p>
        <a:p>
          <a:r>
            <a:rPr lang="en-IN" dirty="0"/>
            <a:t>&amp; Reports</a:t>
          </a:r>
        </a:p>
      </dgm:t>
    </dgm:pt>
    <dgm:pt modelId="{7E7A14DD-DC86-42F0-8600-858D13677FB9}" type="parTrans" cxnId="{5B37E42A-A0B2-4568-BFD4-525FC0D8EE65}">
      <dgm:prSet/>
      <dgm:spPr/>
      <dgm:t>
        <a:bodyPr/>
        <a:lstStyle/>
        <a:p>
          <a:endParaRPr lang="en-IN"/>
        </a:p>
      </dgm:t>
    </dgm:pt>
    <dgm:pt modelId="{33996CE4-15A2-4957-94CA-FB16D73AA761}" type="sibTrans" cxnId="{5B37E42A-A0B2-4568-BFD4-525FC0D8EE65}">
      <dgm:prSet/>
      <dgm:spPr/>
      <dgm:t>
        <a:bodyPr/>
        <a:lstStyle/>
        <a:p>
          <a:endParaRPr lang="en-IN"/>
        </a:p>
      </dgm:t>
    </dgm:pt>
    <dgm:pt modelId="{87DC76AE-B406-4273-BA77-0992A51A1693}" type="pres">
      <dgm:prSet presAssocID="{78913045-0A61-4BA3-9D63-0A1AE8F76E13}" presName="diagram" presStyleCnt="0">
        <dgm:presLayoutVars>
          <dgm:dir/>
          <dgm:resizeHandles val="exact"/>
        </dgm:presLayoutVars>
      </dgm:prSet>
      <dgm:spPr/>
    </dgm:pt>
    <dgm:pt modelId="{A5C8CB65-0767-4D49-AD49-A36EB0458852}" type="pres">
      <dgm:prSet presAssocID="{711B53A0-AA62-462E-9599-2D4507F6CB5A}" presName="node" presStyleLbl="node1" presStyleIdx="0" presStyleCnt="5">
        <dgm:presLayoutVars>
          <dgm:bulletEnabled val="1"/>
        </dgm:presLayoutVars>
      </dgm:prSet>
      <dgm:spPr/>
    </dgm:pt>
    <dgm:pt modelId="{73BCEA08-B774-4E07-A530-62E4BE84431D}" type="pres">
      <dgm:prSet presAssocID="{08AFC610-A80A-48C1-BEE8-6C6F13134702}" presName="sibTrans" presStyleCnt="0"/>
      <dgm:spPr/>
    </dgm:pt>
    <dgm:pt modelId="{AE707C41-BCEB-4FAE-8B8A-3D4B6E3D2491}" type="pres">
      <dgm:prSet presAssocID="{B12711BA-9D18-4F63-87D2-1719D91E75E9}" presName="node" presStyleLbl="node1" presStyleIdx="1" presStyleCnt="5">
        <dgm:presLayoutVars>
          <dgm:bulletEnabled val="1"/>
        </dgm:presLayoutVars>
      </dgm:prSet>
      <dgm:spPr/>
    </dgm:pt>
    <dgm:pt modelId="{556B9342-86EF-4055-ABA3-1B67A6CF5CAD}" type="pres">
      <dgm:prSet presAssocID="{5FC5396D-F857-4B11-A673-89D20311FED9}" presName="sibTrans" presStyleCnt="0"/>
      <dgm:spPr/>
    </dgm:pt>
    <dgm:pt modelId="{EEF81C1D-79EC-48C9-B848-AD9089FC5880}" type="pres">
      <dgm:prSet presAssocID="{3272C3A5-61D5-4E8A-8C10-D98ACD29FFED}" presName="node" presStyleLbl="node1" presStyleIdx="2" presStyleCnt="5">
        <dgm:presLayoutVars>
          <dgm:bulletEnabled val="1"/>
        </dgm:presLayoutVars>
      </dgm:prSet>
      <dgm:spPr/>
    </dgm:pt>
    <dgm:pt modelId="{30E05B5C-005C-423D-B614-28D81E5281C8}" type="pres">
      <dgm:prSet presAssocID="{092472BE-FA27-4F32-96F1-DFC2CA12E183}" presName="sibTrans" presStyleCnt="0"/>
      <dgm:spPr/>
    </dgm:pt>
    <dgm:pt modelId="{70704BFD-B91B-4FAB-8923-D76338299E4D}" type="pres">
      <dgm:prSet presAssocID="{9AA17EDC-CE5A-4F5B-9A66-EC70318AC41B}" presName="node" presStyleLbl="node1" presStyleIdx="3" presStyleCnt="5">
        <dgm:presLayoutVars>
          <dgm:bulletEnabled val="1"/>
        </dgm:presLayoutVars>
      </dgm:prSet>
      <dgm:spPr/>
    </dgm:pt>
    <dgm:pt modelId="{FA829C21-7CF9-478D-AC53-77E5404CA7E9}" type="pres">
      <dgm:prSet presAssocID="{5EB175E6-536F-40ED-AE00-795D438F0CE9}" presName="sibTrans" presStyleCnt="0"/>
      <dgm:spPr/>
    </dgm:pt>
    <dgm:pt modelId="{F40A4FA3-7ABE-43F8-827D-47BEA8B05AB1}" type="pres">
      <dgm:prSet presAssocID="{AED2F561-D9C1-474C-BF62-B44DDA6788FC}" presName="node" presStyleLbl="node1" presStyleIdx="4" presStyleCnt="5">
        <dgm:presLayoutVars>
          <dgm:bulletEnabled val="1"/>
        </dgm:presLayoutVars>
      </dgm:prSet>
      <dgm:spPr/>
    </dgm:pt>
  </dgm:ptLst>
  <dgm:cxnLst>
    <dgm:cxn modelId="{5B37E42A-A0B2-4568-BFD4-525FC0D8EE65}" srcId="{78913045-0A61-4BA3-9D63-0A1AE8F76E13}" destId="{AED2F561-D9C1-474C-BF62-B44DDA6788FC}" srcOrd="4" destOrd="0" parTransId="{7E7A14DD-DC86-42F0-8600-858D13677FB9}" sibTransId="{33996CE4-15A2-4957-94CA-FB16D73AA761}"/>
    <dgm:cxn modelId="{2C82AB30-DA23-4F9A-B636-9D9B98113CC9}" srcId="{78913045-0A61-4BA3-9D63-0A1AE8F76E13}" destId="{B12711BA-9D18-4F63-87D2-1719D91E75E9}" srcOrd="1" destOrd="0" parTransId="{A8E8358D-D974-455A-8002-8F81F1935B17}" sibTransId="{5FC5396D-F857-4B11-A673-89D20311FED9}"/>
    <dgm:cxn modelId="{12ED2C79-2F90-45BE-8A92-0A147F5AEC7C}" srcId="{78913045-0A61-4BA3-9D63-0A1AE8F76E13}" destId="{9AA17EDC-CE5A-4F5B-9A66-EC70318AC41B}" srcOrd="3" destOrd="0" parTransId="{D7A9635C-F829-4CE3-AD8E-53D4F851BA75}" sibTransId="{5EB175E6-536F-40ED-AE00-795D438F0CE9}"/>
    <dgm:cxn modelId="{F4705988-1CD1-483F-8180-2867327CE432}" type="presOf" srcId="{AED2F561-D9C1-474C-BF62-B44DDA6788FC}" destId="{F40A4FA3-7ABE-43F8-827D-47BEA8B05AB1}" srcOrd="0" destOrd="0" presId="urn:microsoft.com/office/officeart/2005/8/layout/default"/>
    <dgm:cxn modelId="{963D0EAC-BC25-4353-BC1A-C69A32F3D6CB}" srcId="{78913045-0A61-4BA3-9D63-0A1AE8F76E13}" destId="{3272C3A5-61D5-4E8A-8C10-D98ACD29FFED}" srcOrd="2" destOrd="0" parTransId="{E378DB93-4A94-4D98-A51E-14BFDFF85094}" sibTransId="{092472BE-FA27-4F32-96F1-DFC2CA12E183}"/>
    <dgm:cxn modelId="{613331B0-5D5F-42D2-BF5F-86A193EF4004}" type="presOf" srcId="{711B53A0-AA62-462E-9599-2D4507F6CB5A}" destId="{A5C8CB65-0767-4D49-AD49-A36EB0458852}" srcOrd="0" destOrd="0" presId="urn:microsoft.com/office/officeart/2005/8/layout/default"/>
    <dgm:cxn modelId="{16E4EAC5-6041-47D1-AD49-150CEADFBCC4}" type="presOf" srcId="{3272C3A5-61D5-4E8A-8C10-D98ACD29FFED}" destId="{EEF81C1D-79EC-48C9-B848-AD9089FC5880}" srcOrd="0" destOrd="0" presId="urn:microsoft.com/office/officeart/2005/8/layout/default"/>
    <dgm:cxn modelId="{653863DE-A4E1-417D-90C1-5E9472AC2158}" type="presOf" srcId="{78913045-0A61-4BA3-9D63-0A1AE8F76E13}" destId="{87DC76AE-B406-4273-BA77-0992A51A1693}" srcOrd="0" destOrd="0" presId="urn:microsoft.com/office/officeart/2005/8/layout/default"/>
    <dgm:cxn modelId="{2F0323E2-E1FC-4C31-BBAB-A63A04BF6AB4}" srcId="{78913045-0A61-4BA3-9D63-0A1AE8F76E13}" destId="{711B53A0-AA62-462E-9599-2D4507F6CB5A}" srcOrd="0" destOrd="0" parTransId="{15AFC2D3-6FA2-48C5-8C5F-1BC43809A6D5}" sibTransId="{08AFC610-A80A-48C1-BEE8-6C6F13134702}"/>
    <dgm:cxn modelId="{71969BE6-6A3D-4AEB-9568-370A670715BB}" type="presOf" srcId="{9AA17EDC-CE5A-4F5B-9A66-EC70318AC41B}" destId="{70704BFD-B91B-4FAB-8923-D76338299E4D}" srcOrd="0" destOrd="0" presId="urn:microsoft.com/office/officeart/2005/8/layout/default"/>
    <dgm:cxn modelId="{37B987FA-2381-409B-9216-13DA18127669}" type="presOf" srcId="{B12711BA-9D18-4F63-87D2-1719D91E75E9}" destId="{AE707C41-BCEB-4FAE-8B8A-3D4B6E3D2491}" srcOrd="0" destOrd="0" presId="urn:microsoft.com/office/officeart/2005/8/layout/default"/>
    <dgm:cxn modelId="{FA464775-660A-47F3-B559-E07F6A4D5CE6}" type="presParOf" srcId="{87DC76AE-B406-4273-BA77-0992A51A1693}" destId="{A5C8CB65-0767-4D49-AD49-A36EB0458852}" srcOrd="0" destOrd="0" presId="urn:microsoft.com/office/officeart/2005/8/layout/default"/>
    <dgm:cxn modelId="{314F5B30-3CDA-4E9C-8996-F7F681137225}" type="presParOf" srcId="{87DC76AE-B406-4273-BA77-0992A51A1693}" destId="{73BCEA08-B774-4E07-A530-62E4BE84431D}" srcOrd="1" destOrd="0" presId="urn:microsoft.com/office/officeart/2005/8/layout/default"/>
    <dgm:cxn modelId="{BE6D1548-7540-414B-A528-F3FA45807ED6}" type="presParOf" srcId="{87DC76AE-B406-4273-BA77-0992A51A1693}" destId="{AE707C41-BCEB-4FAE-8B8A-3D4B6E3D2491}" srcOrd="2" destOrd="0" presId="urn:microsoft.com/office/officeart/2005/8/layout/default"/>
    <dgm:cxn modelId="{63D5389F-A7B4-4BF9-BCF2-E3A30CEA9762}" type="presParOf" srcId="{87DC76AE-B406-4273-BA77-0992A51A1693}" destId="{556B9342-86EF-4055-ABA3-1B67A6CF5CAD}" srcOrd="3" destOrd="0" presId="urn:microsoft.com/office/officeart/2005/8/layout/default"/>
    <dgm:cxn modelId="{34FD200E-982E-4F1F-8F55-35BABBD25B69}" type="presParOf" srcId="{87DC76AE-B406-4273-BA77-0992A51A1693}" destId="{EEF81C1D-79EC-48C9-B848-AD9089FC5880}" srcOrd="4" destOrd="0" presId="urn:microsoft.com/office/officeart/2005/8/layout/default"/>
    <dgm:cxn modelId="{8CABB07D-AECD-4AD5-9CBF-1A686BCF8DBD}" type="presParOf" srcId="{87DC76AE-B406-4273-BA77-0992A51A1693}" destId="{30E05B5C-005C-423D-B614-28D81E5281C8}" srcOrd="5" destOrd="0" presId="urn:microsoft.com/office/officeart/2005/8/layout/default"/>
    <dgm:cxn modelId="{046840F8-ADC3-4CA5-A8A1-59E15F764989}" type="presParOf" srcId="{87DC76AE-B406-4273-BA77-0992A51A1693}" destId="{70704BFD-B91B-4FAB-8923-D76338299E4D}" srcOrd="6" destOrd="0" presId="urn:microsoft.com/office/officeart/2005/8/layout/default"/>
    <dgm:cxn modelId="{FCB6FD54-F848-4284-81D4-2247E9EC4854}" type="presParOf" srcId="{87DC76AE-B406-4273-BA77-0992A51A1693}" destId="{FA829C21-7CF9-478D-AC53-77E5404CA7E9}" srcOrd="7" destOrd="0" presId="urn:microsoft.com/office/officeart/2005/8/layout/default"/>
    <dgm:cxn modelId="{C0EAB517-26A5-4771-9EAF-A511A835EE66}" type="presParOf" srcId="{87DC76AE-B406-4273-BA77-0992A51A1693}" destId="{F40A4FA3-7ABE-43F8-827D-47BEA8B05AB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C8CB65-0767-4D49-AD49-A36EB0458852}">
      <dsp:nvSpPr>
        <dsp:cNvPr id="0" name=""/>
        <dsp:cNvSpPr/>
      </dsp:nvSpPr>
      <dsp:spPr>
        <a:xfrm>
          <a:off x="0" y="280491"/>
          <a:ext cx="2795984" cy="1677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🎥 Camera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   Input</a:t>
          </a:r>
        </a:p>
      </dsp:txBody>
      <dsp:txXfrm>
        <a:off x="0" y="280491"/>
        <a:ext cx="2795984" cy="1677590"/>
      </dsp:txXfrm>
    </dsp:sp>
    <dsp:sp modelId="{AE707C41-BCEB-4FAE-8B8A-3D4B6E3D2491}">
      <dsp:nvSpPr>
        <dsp:cNvPr id="0" name=""/>
        <dsp:cNvSpPr/>
      </dsp:nvSpPr>
      <dsp:spPr>
        <a:xfrm>
          <a:off x="3075582" y="280491"/>
          <a:ext cx="2795984" cy="1677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🤖 AI Face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Recognition</a:t>
          </a:r>
        </a:p>
      </dsp:txBody>
      <dsp:txXfrm>
        <a:off x="3075582" y="280491"/>
        <a:ext cx="2795984" cy="1677590"/>
      </dsp:txXfrm>
    </dsp:sp>
    <dsp:sp modelId="{EEF81C1D-79EC-48C9-B848-AD9089FC5880}">
      <dsp:nvSpPr>
        <dsp:cNvPr id="0" name=""/>
        <dsp:cNvSpPr/>
      </dsp:nvSpPr>
      <dsp:spPr>
        <a:xfrm>
          <a:off x="6151165" y="280491"/>
          <a:ext cx="2795984" cy="1677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⏰ Timetable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Validation</a:t>
          </a:r>
        </a:p>
      </dsp:txBody>
      <dsp:txXfrm>
        <a:off x="6151165" y="280491"/>
        <a:ext cx="2795984" cy="1677590"/>
      </dsp:txXfrm>
    </dsp:sp>
    <dsp:sp modelId="{70704BFD-B91B-4FAB-8923-D76338299E4D}">
      <dsp:nvSpPr>
        <dsp:cNvPr id="0" name=""/>
        <dsp:cNvSpPr/>
      </dsp:nvSpPr>
      <dsp:spPr>
        <a:xfrm>
          <a:off x="1537791" y="2237680"/>
          <a:ext cx="2795984" cy="1677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💾 Database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Storage</a:t>
          </a:r>
        </a:p>
      </dsp:txBody>
      <dsp:txXfrm>
        <a:off x="1537791" y="2237680"/>
        <a:ext cx="2795984" cy="1677590"/>
      </dsp:txXfrm>
    </dsp:sp>
    <dsp:sp modelId="{F40A4FA3-7ABE-43F8-827D-47BEA8B05AB1}">
      <dsp:nvSpPr>
        <dsp:cNvPr id="0" name=""/>
        <dsp:cNvSpPr/>
      </dsp:nvSpPr>
      <dsp:spPr>
        <a:xfrm>
          <a:off x="4613374" y="2237680"/>
          <a:ext cx="2795984" cy="167759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📊 Dashboard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&amp; Reports</a:t>
          </a:r>
        </a:p>
      </dsp:txBody>
      <dsp:txXfrm>
        <a:off x="4613374" y="2237680"/>
        <a:ext cx="2795984" cy="16775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25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1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819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3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48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2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957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664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31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42725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6971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36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3508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4598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3055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4710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67FAC1-8D8F-4405-A707-78A97C9346C4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0EC1A-A4CE-42BA-9BFB-5BAE5E2EAE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1377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9D30D-22B8-1C13-5FD3-DA0B52B328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SMART ATTENDANCE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557EF-8DAB-0D88-5C06-07CE65956A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Presented by: Sagar Sidhu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684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631F-C5BB-A333-7E42-ADD168D8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TRADITIONAL ATTENDANCE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3876E-8C3E-E9C9-7D3F-6635104B5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Manual roll call → 10-15 mins wasted</a:t>
            </a:r>
          </a:p>
          <a:p>
            <a:r>
              <a:rPr lang="en-IN" dirty="0"/>
              <a:t>Proxy attendance → 20-30% fake entries  </a:t>
            </a:r>
          </a:p>
          <a:p>
            <a:r>
              <a:rPr lang="en-IN" dirty="0"/>
              <a:t>No real-time tracking → Late detection</a:t>
            </a:r>
          </a:p>
          <a:p>
            <a:r>
              <a:rPr lang="en-IN" dirty="0"/>
              <a:t>Paper records → Lost/Damaged data</a:t>
            </a:r>
          </a:p>
          <a:p>
            <a:r>
              <a:rPr lang="en-IN" dirty="0"/>
              <a:t>Faculty burden → 100+ students per class</a:t>
            </a:r>
          </a:p>
          <a:p>
            <a:endParaRPr lang="en-IN" dirty="0"/>
          </a:p>
          <a:p>
            <a:r>
              <a:rPr lang="en-IN" dirty="0"/>
              <a:t>✅ RESULT: 25% attendance inaccuracy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0154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86AB-9E38-12F4-17B0-A0BB55590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SMART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3FAC-A97B-31E1-474E-B00FA3E8B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✅ AI Face Recognition (99% accuracy)</a:t>
            </a:r>
          </a:p>
          <a:p>
            <a:r>
              <a:rPr lang="en-IN" dirty="0"/>
              <a:t>✅ Real Timetable Integration  </a:t>
            </a:r>
          </a:p>
          <a:p>
            <a:r>
              <a:rPr lang="en-IN" dirty="0"/>
              <a:t>✅ Mobile + Desktop Compatible</a:t>
            </a:r>
          </a:p>
          <a:p>
            <a:r>
              <a:rPr lang="en-IN" dirty="0"/>
              <a:t>✅ 2-Second Marking Speed</a:t>
            </a:r>
          </a:p>
          <a:p>
            <a:r>
              <a:rPr lang="en-IN" dirty="0"/>
              <a:t>✅ Auto Reports &amp;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76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2285-4144-A438-09B0-1DACD4D4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41CD03D-B5BC-04ED-4696-E7ABB4CEF1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59596718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702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B5497-D815-EEF8-BAC4-B0419129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679E6-C65C-A0B8-371A-A7BE7D1A6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1. 🎯 AI FACE RECOGNITION</a:t>
            </a:r>
          </a:p>
          <a:p>
            <a:r>
              <a:rPr lang="en-US" sz="2600" dirty="0"/>
              <a:t>75% confidence threshold</a:t>
            </a:r>
          </a:p>
          <a:p>
            <a:r>
              <a:rPr lang="en-US" sz="2600" dirty="0"/>
              <a:t>150+ images per student</a:t>
            </a:r>
          </a:p>
          <a:p>
            <a:r>
              <a:rPr lang="en-US" sz="2600" dirty="0"/>
              <a:t> Live camera preview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600" dirty="0"/>
              <a:t>2. ⏰ LECTURE MODE</a:t>
            </a:r>
          </a:p>
          <a:p>
            <a:r>
              <a:rPr lang="en-US" sz="2600" dirty="0"/>
              <a:t> Auto-detects current class</a:t>
            </a:r>
          </a:p>
          <a:p>
            <a:r>
              <a:rPr lang="en-US" sz="2600" dirty="0"/>
              <a:t> Locks outside lecture time</a:t>
            </a:r>
          </a:p>
          <a:p>
            <a:r>
              <a:rPr lang="en-US" sz="2600" dirty="0"/>
              <a:t> Faculty emergency override</a:t>
            </a:r>
          </a:p>
          <a:p>
            <a:endParaRPr lang="en-IN" dirty="0"/>
          </a:p>
        </p:txBody>
      </p:sp>
      <p:pic>
        <p:nvPicPr>
          <p:cNvPr id="1026" name="Picture 2" descr="LOGO Design For Automated Attendance System Realistic and ...">
            <a:extLst>
              <a:ext uri="{FF2B5EF4-FFF2-40B4-BE49-F238E27FC236}">
                <a16:creationId xmlns:a16="http://schemas.microsoft.com/office/drawing/2014/main" id="{BA359BD7-7A39-7509-00E4-6B7765D00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1" y="2428568"/>
            <a:ext cx="2222090" cy="2359741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331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6552-129A-DCF1-EB19-056F09749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8725" y="966497"/>
            <a:ext cx="9603275" cy="1049235"/>
          </a:xfrm>
        </p:spPr>
        <p:txBody>
          <a:bodyPr/>
          <a:lstStyle/>
          <a:p>
            <a:r>
              <a:rPr lang="en-IN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0C884-1AF3-94E2-74A1-FBFBB804B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 Engine:   OpenCV + LBPH Algorithm</a:t>
            </a:r>
          </a:p>
          <a:p>
            <a:r>
              <a:rPr lang="en-IN" dirty="0"/>
              <a:t>Database:    Pandas CSV (Lecture Files)</a:t>
            </a:r>
          </a:p>
          <a:p>
            <a:r>
              <a:rPr lang="en-IN" dirty="0"/>
              <a:t>Camera:      OpenCV </a:t>
            </a:r>
            <a:r>
              <a:rPr lang="en-IN" dirty="0" err="1"/>
              <a:t>VideoCapture</a:t>
            </a:r>
            <a:endParaRPr lang="en-IN" dirty="0"/>
          </a:p>
          <a:p>
            <a:r>
              <a:rPr lang="en-IN" dirty="0"/>
              <a:t>Frontend:    </a:t>
            </a:r>
            <a:r>
              <a:rPr lang="en-IN" dirty="0" err="1"/>
              <a:t>Streamlit</a:t>
            </a:r>
            <a:r>
              <a:rPr lang="en-IN" dirty="0"/>
              <a:t> (Python Web UI)</a:t>
            </a:r>
          </a:p>
          <a:p>
            <a:r>
              <a:rPr lang="en-IN" dirty="0"/>
              <a:t>Validation:  Real-time Timetable Engine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FC9C12-25ED-A7CC-71AF-75F683B9A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4" y="2015732"/>
            <a:ext cx="3628103" cy="3875771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445834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EEC0E-BA33-AA9A-4208-2C7F1E901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BF1D0-D81D-A933-8DC0-5C2D81FE8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✅ ACCURACY:           98.7%</a:t>
            </a:r>
          </a:p>
          <a:p>
            <a:r>
              <a:rPr lang="en-IN" dirty="0"/>
              <a:t>✅ SPEED:              1.8 seconds/student</a:t>
            </a:r>
          </a:p>
          <a:p>
            <a:r>
              <a:rPr lang="en-IN" dirty="0"/>
              <a:t>✅ MAX STUDENTS:       500+</a:t>
            </a:r>
          </a:p>
          <a:p>
            <a:r>
              <a:rPr lang="en-IN" dirty="0"/>
              <a:t>✅ MEMORY USAGE:       250 MB</a:t>
            </a:r>
          </a:p>
          <a:p>
            <a:r>
              <a:rPr lang="en-IN" dirty="0"/>
              <a:t>✅ SUCCESS RATE:       96.2%</a:t>
            </a:r>
          </a:p>
          <a:p>
            <a:r>
              <a:rPr lang="en-IN" dirty="0"/>
              <a:t>✅ Tested: 150+ images/student</a:t>
            </a:r>
          </a:p>
          <a:p>
            <a:r>
              <a:rPr lang="en-IN" dirty="0"/>
              <a:t>✅ All lighting conditions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011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DF24-8A6B-AF29-5C6C-51D702DEC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8D1DE-52B8-BD90-84E8-81ABE6981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✅ Real timetable integration</a:t>
            </a:r>
          </a:p>
          <a:p>
            <a:r>
              <a:rPr lang="en-US" dirty="0"/>
              <a:t>✅ AI-powered accuracy  </a:t>
            </a:r>
          </a:p>
          <a:p>
            <a:r>
              <a:rPr lang="en-US" dirty="0"/>
              <a:t>✅ Production-ready system</a:t>
            </a:r>
          </a:p>
          <a:p>
            <a:r>
              <a:rPr lang="en-US" dirty="0"/>
              <a:t>✅ 1-Command deployment</a:t>
            </a:r>
          </a:p>
          <a:p>
            <a:r>
              <a:rPr lang="en-US" dirty="0"/>
              <a:t>✅ Zero maintenance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7116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26DFF-53FF-1791-BB3D-1B843DCF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THANK YOU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0287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38</TotalTime>
  <Words>242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SMART ATTENDANCE SYSTEM</vt:lpstr>
      <vt:lpstr>TRADITIONAL ATTENDANCE PROBLEMS</vt:lpstr>
      <vt:lpstr>OUR SMART SOLUTION</vt:lpstr>
      <vt:lpstr>SYSTEM ARCHITECTURE</vt:lpstr>
      <vt:lpstr>KEY FEATURES</vt:lpstr>
      <vt:lpstr>TECHNOLOGY STACK</vt:lpstr>
      <vt:lpstr>PERFORMANCE METRICS</vt:lpstr>
      <vt:lpstr>PROJECT SUCCESS</vt:lpstr>
      <vt:lpstr>               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sagar sidhu</dc:creator>
  <cp:lastModifiedBy>sagar sidhu</cp:lastModifiedBy>
  <cp:revision>2</cp:revision>
  <dcterms:created xsi:type="dcterms:W3CDTF">2025-11-28T14:44:05Z</dcterms:created>
  <dcterms:modified xsi:type="dcterms:W3CDTF">2025-11-30T15:24:04Z</dcterms:modified>
</cp:coreProperties>
</file>